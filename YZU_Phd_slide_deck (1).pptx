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research question. Do not start with the CV. Say the project asks whether energy can give money a real anchor without repeating the problems of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history in simple language. Bretton Woods worked as a promise; then the promise became hard to honor. This opens the door to energy as a different kind of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intuitive. Say energy is not magic; it is just a serious candidate because it is real, measurable, and productive.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slide. Present the four constraints as common-sense anti-cheating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the research programme without too much technical detail. If they ask about implementation, mention it as supporting evidence, not the main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research identity. Keep it sincere. The PhD gives time and discipline to develop this beyond the master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C4C"/>
          </a:solidFill>
          <a:ln w="12700">
            <a:solidFill>
              <a:srgbClr val="1F5C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68A40"/>
          </a:solidFill>
          <a:ln w="12700">
            <a:solidFill>
              <a:srgbClr val="B68A4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 as Money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85800" y="12252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useful energy become a more credible basis for money?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993392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C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93392"/>
            <a:ext cx="109728" cy="1051560"/>
          </a:xfrm>
          <a:prstGeom prst="rect">
            <a:avLst/>
          </a:prstGeom>
          <a:solidFill>
            <a:srgbClr val="1F5C4C"/>
          </a:solidFill>
          <a:ln w="12700">
            <a:solidFill>
              <a:srgbClr val="1F5C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102047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gold once anchored money because it was hard to produce, can energy do that job better today?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675888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80390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study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0392" y="4151376"/>
            <a:ext cx="30723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 as a system of rules, not just a unit of payment.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675888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380390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68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energy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53712" y="4151376"/>
            <a:ext cx="30723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real, measurable, productive, and globally relevant.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3675888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380390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7A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PhD direction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57032" y="4151376"/>
            <a:ext cx="30723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Monetary credibility, energy finance, and institutional design.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7881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Christopher Ongko · Global MSc Finance · Yuan Ze University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3642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YZU PhD oral exam · 5-minute research presentation · Christopher Ongko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story behind the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did not fail because real anchors are meaningless. It failed because the old anchor was hard to enforce.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777240" y="1225296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74520" y="12252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Bretton Woods made the dollar convertible into gold. The system had a real anchor, but the promise depended on one custodian.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1051560" y="1874520"/>
            <a:ext cx="0" cy="502920"/>
          </a:xfrm>
          <a:prstGeom prst="line">
            <a:avLst/>
          </a:prstGeom>
          <a:noFill/>
          <a:ln w="25400">
            <a:solidFill>
              <a:srgbClr val="D7C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4144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8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1960s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244144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dollars circulated abroad. Foreign governments could ask for gold. The anchor slowly became a redemption pressure problem.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1051560" y="3090672"/>
            <a:ext cx="0" cy="502920"/>
          </a:xfrm>
          <a:prstGeom prst="line">
            <a:avLst/>
          </a:prstGeom>
          <a:noFill/>
          <a:ln w="25400">
            <a:solidFill>
              <a:srgbClr val="D7C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758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1971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3639312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gold window was suspended. The lesson was not “never use a real anchor.” The lesson was that a monetary anchor must survive scale, geography, and pressure.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77240" y="4864608"/>
            <a:ext cx="10652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8A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864608"/>
            <a:ext cx="109728" cy="731520"/>
          </a:xfrm>
          <a:prstGeom prst="rect">
            <a:avLst/>
          </a:prstGeom>
          <a:solidFill>
            <a:srgbClr val="B68A40"/>
          </a:solidFill>
          <a:ln w="12700">
            <a:solidFill>
              <a:srgbClr val="B68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020056"/>
            <a:ext cx="10158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research starts there: a good monetary base is not enough. The rules around it must be enforceable.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502920" y="63642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YZU PhD oral exam · 5-minute research presentation · Christopher Ongko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energy?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is not just another asset. It is the input behind almost every other asset.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731520" y="113385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F2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 is worth studying as money because it has three unusually useful properties: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5204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56816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It is real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41832" y="2304288"/>
            <a:ext cx="319125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energy requires infrastructure, time, and capital. It cannot be created just by changing an accounting entry.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3984" y="1828800"/>
            <a:ext cx="35204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956816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68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It is measurable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608576" y="2304288"/>
            <a:ext cx="319125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and weather data can be observed publicly. That makes energy easier to verify than a hidden reserve in a vault.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0728" y="1828800"/>
            <a:ext cx="35204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956816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7A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It is productive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275320" y="2304288"/>
            <a:ext cx="319125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powers factories, homes, servers, transport, and almost everything else.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315968"/>
            <a:ext cx="10698480" cy="1005840"/>
          </a:xfrm>
          <a:prstGeom prst="roundRect">
            <a:avLst/>
          </a:prstGeom>
          <a:solidFill>
            <a:srgbClr val="F1E6D2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498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 in plain terms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7552" y="481888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F2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energy give money a real production anchor, while modern data and rules avoid the old gold-standard failure?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502920" y="63642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YZU PhD oral exam · 5-minute research presentation · Christopher Ongko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contribution: rules that stop the issuer from cheating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is not only what backs the currency. The key is what the issuer cannot do.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F2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currency is only sound if the issuer cannot quietly change the rules when pressure appears.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77240" y="1856232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84248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No issuance without verified energy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49286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 creation must connect to evidence outside the issuer.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56232"/>
            <a:ext cx="5166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984248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5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No discretionary supply changes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428232" y="2331720"/>
            <a:ext cx="48371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rules should be visible and difficult to change suddenly.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57016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68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 settlement without collateral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41832" y="3904488"/>
            <a:ext cx="49286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promise is not enough. Risk must be backed before it is taken.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166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557016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68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No overnight rule changes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428232" y="3904488"/>
            <a:ext cx="48371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must be delayed and visible, not instant and private.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166360"/>
            <a:ext cx="10652760" cy="502920"/>
          </a:xfrm>
          <a:prstGeom prst="rect">
            <a:avLst/>
          </a:prstGeom>
          <a:solidFill>
            <a:srgbClr val="1F5C4C"/>
          </a:solidFill>
          <a:ln w="12700">
            <a:solidFill>
              <a:srgbClr val="1F5C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30352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Thesis claim: sound energy money is defined by constraints, not by the slogan “energy-backed.”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3642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YZU PhD oral exam · 5-minute research presentation · Christopher Ongko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What is already done — and what the PhD extends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73152" rIns="73152" rtlCol="0" anchor="t">
            <a:noAutofit/>
          </a:bodyPr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Aptos"/>
              </a:rPr>
              <a:t>The PhD extends an already-built master’s thesis base into transition, validation, and institutions.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5204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62456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1. What the master’s thesis established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3191256" cy="2953512"/>
          </a:xfrm>
          <a:prstGeom prst="rect">
            <a:avLst/>
          </a:prstGeom>
          <a:noFill/>
          <a:ln/>
        </p:spPr>
        <p:txBody>
          <a:bodyPr wrap="square" lIns="73152" rIns="73152" rtlCol="0" anchor="ctr">
            <a:noAutofit/>
          </a:bodyPr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</a:rPr>
              <a:t>Master’s thesis found:</a:t>
            </a:r>
            <a:endParaRPr lang="en-US" sz="1170" dirty="0"/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Bitcoin’s energy anchor was strongest under mining concentration.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β = −0.206, p &lt; .001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Break after dispersion: Chow F = 4.786</a:t>
            </a:r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5204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362456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2. What is already specified and built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599432" y="1709928"/>
            <a:ext cx="3191256" cy="2953512"/>
          </a:xfrm>
          <a:prstGeom prst="rect">
            <a:avLst/>
          </a:prstGeom>
          <a:noFill/>
          <a:ln/>
        </p:spPr>
        <p:txBody>
          <a:bodyPr wrap="square" lIns="73152" rIns="73152" rtlCol="0" anchor="ctr">
            <a:noAutofit/>
          </a:bodyPr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</a:rPr>
              <a:t>Already specified and built:</a:t>
            </a:r>
            <a:endParaRPr lang="en-US" sz="1170" dirty="0"/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Four issuer constraints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5 source-verified Sepolia contracts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NASA POWER keeper / oracle proof</a:t>
            </a:r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4290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136245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3. What the PhD should extend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348472" y="1709928"/>
            <a:ext cx="3099816" cy="2953512"/>
          </a:xfrm>
          <a:prstGeom prst="rect">
            <a:avLst/>
          </a:prstGeom>
          <a:noFill/>
          <a:ln/>
        </p:spPr>
        <p:txBody>
          <a:bodyPr wrap="square" lIns="73152" rIns="73152" rtlCol="0" anchor="ctr">
            <a:noAutofit/>
          </a:bodyPr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</a:rPr>
              <a:t>PhD extends:</a:t>
            </a:r>
            <a:endParaRPr lang="en-US" sz="1170" dirty="0"/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Transition from prototype to institutions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Longitudinal oracle validation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ASEAN sandbox / adoption conditions</a:t>
            </a:r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10424160" cy="365760"/>
          </a:xfrm>
          <a:prstGeom prst="rect">
            <a:avLst/>
          </a:prstGeom>
          <a:noFill/>
          <a:ln/>
        </p:spPr>
        <p:txBody>
          <a:bodyPr wrap="square" lIns="73152" rIns="73152" rtlCol="0" anchor="ctr">
            <a:noAutofit/>
          </a:bodyPr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sz="1500" b="0">
                <a:solidFill>
                  <a:srgbClr val="000000"/>
                </a:solidFill>
                <a:latin typeface="Aptos"/>
              </a:rPr>
              <a:t>Master’s thesis = destination and architecture. PhD = transition, longitudinal evidence, and institutional pathway.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502920" y="63642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YZU PhD oral exam · 5-minute research presentation · Christopher Ongko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Why I am prepared to take this further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101600" rIns="101600" rtlCol="0" anchor="t" tIns="25400" bIns="25400">
            <a:noAutofit/>
          </a:bodyPr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000000"/>
                </a:solidFill>
                <a:latin typeface="Aptos"/>
              </a:rPr>
              <a:t>The thesis establishes the architecture; the PhD extends it into evidence, institutions, and adoption.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744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35024"/>
            <a:ext cx="4297680" cy="2286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>
            <a:noAutofit/>
          </a:bodyPr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sz="1900" b="0">
                <a:solidFill>
                  <a:srgbClr val="000000"/>
                </a:solidFill>
                <a:latin typeface="Aptos"/>
              </a:rPr>
              <a:t>Research foundation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10058400" cy="256032"/>
          </a:xfrm>
          <a:prstGeom prst="rect">
            <a:avLst/>
          </a:prstGeom>
          <a:noFill/>
          <a:ln/>
        </p:spPr>
        <p:txBody>
          <a:bodyPr wrap="square" lIns="76200" rIns="76200" rtlCol="0" anchor="ctr" tIns="0" bIns="0">
            <a:noAutofit/>
          </a:bodyPr>
          <a:lstStyle/>
          <a:p>
            <a:pPr indent="0" marL="0">
              <a:lnSpc>
                <a:spcPct val="85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000000"/>
                </a:solidFill>
                <a:latin typeface="Aptos"/>
              </a:rPr>
              <a:t>MSc Finance at Yuan Ze; thesis on energy-backed monetary design; 4 SSRN working papers under Xin-Fu Wang / 王新福.</a:t>
            </a:r>
            <a:endParaRPr lang="en-US" sz="133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34015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642616"/>
            <a:ext cx="3072384" cy="237744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>
            <a:noAutofit/>
          </a:bodyPr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</a:rPr>
              <a:t>Methods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0392" y="2990088"/>
            <a:ext cx="3072384" cy="804672"/>
          </a:xfrm>
          <a:prstGeom prst="rect">
            <a:avLst/>
          </a:prstGeom>
          <a:noFill/>
          <a:ln/>
        </p:spPr>
        <p:txBody>
          <a:bodyPr wrap="square" lIns="76200" rIns="76200" rtlCol="0" anchor="ctr" tIns="0" bIns="0">
            <a:noAutofit/>
          </a:bodyPr>
          <a:lstStyle/>
          <a:p>
            <a:pPr indent="0" marL="0">
              <a:lnSpc>
                <a:spcPct val="85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000000"/>
                </a:solidFill>
                <a:latin typeface="Aptos"/>
              </a:rPr>
              <a:t>Natural experiments</a:t>
            </a:r>
            <a:endParaRPr lang="en-US" sz="1120" dirty="0"/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Asset pricing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Derivatives pricing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Policy/panel evidence</a:t>
            </a:r>
          </a:p>
        </p:txBody>
      </p:sp>
      <p:sp>
        <p:nvSpPr>
          <p:cNvPr id="10" name="Shape 8"/>
          <p:cNvSpPr/>
          <p:nvPr/>
        </p:nvSpPr>
        <p:spPr>
          <a:xfrm>
            <a:off x="4407408" y="2514600"/>
            <a:ext cx="34015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642616"/>
            <a:ext cx="3072384" cy="237744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>
            <a:noAutofit/>
          </a:bodyPr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</a:rPr>
              <a:t>Implementation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0" y="2990088"/>
            <a:ext cx="3072384" cy="804672"/>
          </a:xfrm>
          <a:prstGeom prst="rect">
            <a:avLst/>
          </a:prstGeom>
          <a:noFill/>
          <a:ln/>
        </p:spPr>
        <p:txBody>
          <a:bodyPr wrap="square" lIns="76200" rIns="76200" rtlCol="0" anchor="ctr" tIns="0" bIns="0">
            <a:noAutofit/>
          </a:bodyPr>
          <a:lstStyle/>
          <a:p>
            <a:pPr indent="0" marL="0">
              <a:lnSpc>
                <a:spcPct val="85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000000"/>
                </a:solidFill>
                <a:latin typeface="Aptos"/>
              </a:rPr>
              <a:t>Solidity prototype</a:t>
            </a:r>
            <a:endParaRPr lang="en-US" sz="1120" dirty="0"/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Sepolia deployment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Oracle/data pipeline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Research tools</a:t>
            </a:r>
          </a:p>
        </p:txBody>
      </p:sp>
      <p:sp>
        <p:nvSpPr>
          <p:cNvPr id="13" name="Shape 11"/>
          <p:cNvSpPr/>
          <p:nvPr/>
        </p:nvSpPr>
        <p:spPr>
          <a:xfrm>
            <a:off x="8129016" y="2514600"/>
            <a:ext cx="331012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642616"/>
            <a:ext cx="2980944" cy="237744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>
            <a:noAutofit/>
          </a:bodyPr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</a:rPr>
              <a:t>Direction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93608" y="2990088"/>
            <a:ext cx="2980944" cy="804672"/>
          </a:xfrm>
          <a:prstGeom prst="rect">
            <a:avLst/>
          </a:prstGeom>
          <a:noFill/>
          <a:ln/>
        </p:spPr>
        <p:txBody>
          <a:bodyPr wrap="square" lIns="76200" rIns="76200" rtlCol="0" anchor="ctr" tIns="0" bIns="0">
            <a:noAutofit/>
          </a:bodyPr>
          <a:lstStyle/>
          <a:p>
            <a:pPr indent="0" marL="0">
              <a:lnSpc>
                <a:spcPct val="85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000000"/>
                </a:solidFill>
                <a:latin typeface="Aptos"/>
              </a:rPr>
              <a:t>Monetary credibility</a:t>
            </a:r>
            <a:endParaRPr lang="en-US" sz="1120" dirty="0"/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Energy finance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Institutional design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Sustainable systems</a:t>
            </a:r>
          </a:p>
        </p:txBody>
      </p:sp>
      <p:sp>
        <p:nvSpPr>
          <p:cNvPr id="16" name="Shape 14"/>
          <p:cNvSpPr/>
          <p:nvPr/>
        </p:nvSpPr>
        <p:spPr>
          <a:xfrm>
            <a:off x="868680" y="4617720"/>
            <a:ext cx="10378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C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17720"/>
            <a:ext cx="109728" cy="777240"/>
          </a:xfrm>
          <a:prstGeom prst="rect">
            <a:avLst/>
          </a:prstGeom>
          <a:solidFill>
            <a:srgbClr val="1F5C4C"/>
          </a:solidFill>
          <a:ln w="12700">
            <a:solidFill>
              <a:srgbClr val="1F5C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773168"/>
            <a:ext cx="9884664" cy="521208"/>
          </a:xfrm>
          <a:prstGeom prst="rect">
            <a:avLst/>
          </a:prstGeom>
          <a:noFill/>
          <a:ln/>
        </p:spPr>
        <p:txBody>
          <a:bodyPr wrap="square" lIns="76200" rIns="76200" rtlCol="0" anchor="ctr" tIns="12700" bIns="12700">
            <a:noAutofit/>
          </a:bodyPr>
          <a:lstStyle/>
          <a:p>
            <a:pPr indent="0" marL="0">
              <a:lnSpc>
                <a:spcPct val="95000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</a:rPr>
              <a:t>I want the PhD to make this work publishable, defensible, and extendable beyond a single master’s thesis.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02920" y="63642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YZU PhD oral exam · 5-minute research presentation · Christopher Ongko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2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Yuan Ze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as Money - 5 Minute Research Presentation</dc:title>
  <dc:subject>YZU PhD oral exam presentation</dc:subject>
  <dc:creator>Christopher Ongko</dc:creator>
  <cp:lastModifiedBy>Christopher Ongko</cp:lastModifiedBy>
  <cp:revision>1</cp:revision>
  <dcterms:created xsi:type="dcterms:W3CDTF">2026-05-08T06:22:12Z</dcterms:created>
  <dcterms:modified xsi:type="dcterms:W3CDTF">2026-05-08T06:22:12Z</dcterms:modified>
</cp:coreProperties>
</file>